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15"/>
  </p:normalViewPr>
  <p:slideViewPr>
    <p:cSldViewPr snapToGrid="0">
      <p:cViewPr varScale="1">
        <p:scale>
          <a:sx n="79" d="100"/>
          <a:sy n="79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573F-5551-007B-FF3F-85D19B563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8831C-2BAA-32F7-DD3A-14C7AE3DD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DE19-B760-BFC7-6481-E5877360F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0E4DE-FE89-334E-843B-B738773A305F}" type="datetimeFigureOut">
              <a:rPr lang="en-AU" smtClean="0"/>
              <a:t>7/8/2026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2FA4A-688B-1B58-96A7-971DF4DF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9E20E-340A-6AAF-27CF-0334A745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FDE77-0B7D-4243-BA23-A480C6AEE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575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8D78-A0D5-9BFF-2416-195A3ED2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06CD2-1EF2-9C88-1F67-0152D7816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88D97-6B64-52FD-8D36-757AF8373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0E4DE-FE89-334E-843B-B738773A305F}" type="datetimeFigureOut">
              <a:rPr lang="en-AU" smtClean="0"/>
              <a:t>7/8/2026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206A3-4476-4D95-B81F-A23A71903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94859-CE9A-8E42-41C0-ADD93237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FDE77-0B7D-4243-BA23-A480C6AEE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9676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8B7B4-577D-6916-69DC-ED3A7933E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F2B67-7405-4B6C-7E5B-9985A9085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20E41-58AA-7DA9-08E7-1A3B07075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0E4DE-FE89-334E-843B-B738773A305F}" type="datetimeFigureOut">
              <a:rPr lang="en-AU" smtClean="0"/>
              <a:t>7/8/2026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86536-FDBD-74B0-1F53-8B2D3C59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77FED-C817-0259-F2FF-1E0EEF93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FDE77-0B7D-4243-BA23-A480C6AEE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7852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9065F-03CB-B6E5-EA20-D0F5F7FDD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93ED0-1D19-FC4A-000D-FD161E32F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AAFAB-EDCF-3AC3-8B99-87B19EF8A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E349E-2038-88C3-87D3-B09BA45C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0E4DE-FE89-334E-843B-B738773A305F}" type="datetimeFigureOut">
              <a:rPr lang="en-AU" smtClean="0"/>
              <a:t>7/8/2026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5A12A-ADFD-5056-9717-E33BE3BC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3C52D-4255-2B9F-C7F8-0BAB3E9A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FDE77-0B7D-4243-BA23-A480C6AEE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4292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66A1-C8B2-6C99-F6F8-09BCB7240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9DAD5-DE3E-E195-DD29-4D82DA87E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2234A-F1D0-EB3A-0F19-08BA1E9EB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D646F7-B485-CB1B-5A54-C259A0738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0740C0-4456-E8DE-AFFC-4E67A46DC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203EF7-E822-A00E-FB7C-CD70DD94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0E4DE-FE89-334E-843B-B738773A305F}" type="datetimeFigureOut">
              <a:rPr lang="en-AU" smtClean="0"/>
              <a:t>7/8/2026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FCD911-5FE0-3326-ACA6-8F39BF160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7E304C-18E1-A422-61EC-90C2874B7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FDE77-0B7D-4243-BA23-A480C6AEE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925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9EFFA-8B9D-AA8F-A86D-6BB70B299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6EEE58-7C33-2E0F-40AF-A21C78373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0E4DE-FE89-334E-843B-B738773A305F}" type="datetimeFigureOut">
              <a:rPr lang="en-AU" smtClean="0"/>
              <a:t>7/8/2026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44F58-3164-AE5F-5DAD-71D77B50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CDBF9-7157-5F0D-D7DE-D55DCBAA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FDE77-0B7D-4243-BA23-A480C6AEE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10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CECC15-6F37-5D7D-3309-CD049121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0E4DE-FE89-334E-843B-B738773A305F}" type="datetimeFigureOut">
              <a:rPr lang="en-AU" smtClean="0"/>
              <a:t>7/8/2026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CFCBD-3199-D33C-ACF8-D062E92F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9F5E2-38C8-A6B5-D9A6-F04FF594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FDE77-0B7D-4243-BA23-A480C6AEE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8490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576D-2DFF-FA30-9B51-A18684DEF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41A03-A2B6-724A-EAAA-21C185301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E95DA-E940-D323-40DA-D894964B9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41A9-E120-16CD-9447-7625EE40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0E4DE-FE89-334E-843B-B738773A305F}" type="datetimeFigureOut">
              <a:rPr lang="en-AU" smtClean="0"/>
              <a:t>7/8/2026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B4122-D3F1-75CB-FBFA-7F42BA67C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413F2-6170-72A9-287B-575B639B3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FDE77-0B7D-4243-BA23-A480C6AEE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4620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8A2A3-09A4-309B-2B56-43A5E0460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45FBAB-70A0-ABA5-2E54-D71C93AEB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4D928-2EB8-7E3A-13C1-49C5C65A8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36334-B4CA-50AD-B26B-6C9BAEC2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0E4DE-FE89-334E-843B-B738773A305F}" type="datetimeFigureOut">
              <a:rPr lang="en-AU" smtClean="0"/>
              <a:t>7/8/2026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FE773-F956-9EC8-BC64-D5F56F03A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4ED21-D3EA-470F-01C3-938FCB2E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FDE77-0B7D-4243-BA23-A480C6AEE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906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E3B2-14FD-2EC5-8D4F-BC6D17E0C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398213-37FE-6A94-813E-7EBB0A42E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CFDEC-58B7-AC5A-8965-FC1B286A6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0E4DE-FE89-334E-843B-B738773A305F}" type="datetimeFigureOut">
              <a:rPr lang="en-AU" smtClean="0"/>
              <a:t>7/8/2026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B2944-7733-8058-13DB-9AE1BDA9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2112-EBA2-972D-C8D3-CC9F4432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FDE77-0B7D-4243-BA23-A480C6AEE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7591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CCE8BA-FA8F-DD77-3221-17223095CD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61EB1-E29D-4FDA-83BB-D0CF0CA93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4361D-8B01-A9CC-9535-8AB6539C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0E4DE-FE89-334E-843B-B738773A305F}" type="datetimeFigureOut">
              <a:rPr lang="en-AU" smtClean="0"/>
              <a:t>7/8/2026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DBD0D-9FA8-9578-0105-EAEFA6F59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8135F-8AB0-ABA8-D688-71232640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FDE77-0B7D-4243-BA23-A480C6AEE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519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F2933-F37D-79F0-3F1C-EA45C5E23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DFC23-EAB8-7F15-B62B-A24DDB107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4D04C-220F-7A68-2587-7E151888C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0E4DE-FE89-334E-843B-B738773A305F}" type="datetimeFigureOut">
              <a:rPr lang="en-AU" smtClean="0"/>
              <a:t>7/8/2026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FA522-6483-86DA-4AC4-6E3A5C6C0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BA99D-0DE2-FB8E-D07E-AD74F58E5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FDE77-0B7D-4243-BA23-A480C6AEE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0007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D989E208-3A5B-E90C-A4DC-F8B3E4F08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09" y="3767096"/>
            <a:ext cx="2079784" cy="61172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5E529E9-1AE6-BE84-F291-79CB14A50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0" y="3050279"/>
            <a:ext cx="2314753" cy="73803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3E450DF-8A6C-E604-6625-CBCC9F26D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81" y="2294872"/>
            <a:ext cx="2356563" cy="75136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2300F87-0F56-6937-C93B-88C879367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82" y="1627839"/>
            <a:ext cx="2356563" cy="75136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AB840DB-686D-EABA-A123-96C7958904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469" y="4601735"/>
            <a:ext cx="2356564" cy="75136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FA08369-BBC4-F562-0F5D-F362809E11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368" y="5368440"/>
            <a:ext cx="2031912" cy="597646"/>
          </a:xfrm>
          <a:prstGeom prst="rect">
            <a:avLst/>
          </a:prstGeom>
        </p:spPr>
      </p:pic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3010339A-C2AF-8012-7249-AA32C29F8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717878"/>
              </p:ext>
            </p:extLst>
          </p:nvPr>
        </p:nvGraphicFramePr>
        <p:xfrm>
          <a:off x="836469" y="650202"/>
          <a:ext cx="9731596" cy="607358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468679">
                  <a:extLst>
                    <a:ext uri="{9D8B030D-6E8A-4147-A177-3AD203B41FA5}">
                      <a16:colId xmlns:a16="http://schemas.microsoft.com/office/drawing/2014/main" val="1053150041"/>
                    </a:ext>
                  </a:extLst>
                </a:gridCol>
                <a:gridCol w="6262917">
                  <a:extLst>
                    <a:ext uri="{9D8B030D-6E8A-4147-A177-3AD203B41FA5}">
                      <a16:colId xmlns:a16="http://schemas.microsoft.com/office/drawing/2014/main" val="616158272"/>
                    </a:ext>
                  </a:extLst>
                </a:gridCol>
              </a:tblGrid>
              <a:tr h="926123"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  <a:p>
                      <a:r>
                        <a:rPr lang="en-AU" sz="24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Colour Palette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  <a:p>
                      <a:r>
                        <a:rPr lang="en-AU" sz="24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462934"/>
                  </a:ext>
                </a:extLst>
              </a:tr>
              <a:tr h="705511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Main logo colour, Grey Green, sophisticated, soft palette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0654657"/>
                  </a:ext>
                </a:extLst>
              </a:tr>
              <a:tr h="705511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Darker green for definition and background usage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2680902"/>
                  </a:ext>
                </a:extLst>
              </a:tr>
              <a:tr h="705511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Background and highlight font usage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9747512"/>
                  </a:ext>
                </a:extLst>
              </a:tr>
              <a:tr h="89121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dirty="0"/>
                        <a:t>Grey Azure blue when definition and font depth is required</a:t>
                      </a:r>
                      <a:br>
                        <a:rPr lang="en-AU" dirty="0"/>
                      </a:br>
                      <a:endParaRPr lang="en-A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AU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9203878"/>
                  </a:ext>
                </a:extLst>
              </a:tr>
              <a:tr h="705511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Light Grey – soft font usage for email and other proposals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4702985"/>
                  </a:ext>
                </a:extLst>
              </a:tr>
              <a:tr h="705511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Arker Grey – b cards and proposals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1728382"/>
                  </a:ext>
                </a:extLst>
              </a:tr>
              <a:tr h="705511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White and Black used where relevant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201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748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61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Natalie Phillips</dc:creator>
  <cp:lastModifiedBy>Natalie Phillips</cp:lastModifiedBy>
  <cp:revision>2</cp:revision>
  <dcterms:created xsi:type="dcterms:W3CDTF">2026-03-09T04:16:30Z</dcterms:created>
  <dcterms:modified xsi:type="dcterms:W3CDTF">2026-08-07T05:40:13Z</dcterms:modified>
</cp:coreProperties>
</file>